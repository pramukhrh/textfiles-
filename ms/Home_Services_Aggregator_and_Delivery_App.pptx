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Home Services Aggregator &amp; Delivery App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Innovating User-Centric Solutions for Better Service &amp; Delivery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app aims to outperform existing apps in the Home Services Aggregator and Delivery Beyond Food categories.</a:t>
            </a:r>
          </a:p>
          <a:p>
            <a:r>
              <a:t>Key areas of focus: User-centric innovation, AI-driven personalization, efficient service delivery, and reliability.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Home Services Aggregator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AI-driven personalized recommendations</a:t>
            </a:r>
          </a:p>
          <a:p>
            <a:r>
              <a:t>• Seamless user experience with intuitive UI/UX</a:t>
            </a:r>
          </a:p>
          <a:p>
            <a:r>
              <a:t>• Enhanced professional quality control &amp; skill verification</a:t>
            </a:r>
          </a:p>
          <a:p>
            <a:r>
              <a:t>• Competitive pricing with AI-driven algorithms</a:t>
            </a:r>
          </a:p>
          <a:p>
            <a:r>
              <a:t>• Real-time tracking &amp; service updates</a:t>
            </a:r>
          </a:p>
          <a:p>
            <a:r>
              <a:t>• Reputation system with photo/video reviews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Delivery Beyond Food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Hyperlocal delivery network for faster service</a:t>
            </a:r>
          </a:p>
          <a:p>
            <a:r>
              <a:t>• Customer-centric features like one-click reordering &amp; preferred delivery slots</a:t>
            </a:r>
          </a:p>
          <a:p>
            <a:r>
              <a:t>• Verified sellers &amp; trusted delivery for high-value items</a:t>
            </a:r>
          </a:p>
          <a:p>
            <a:r>
              <a:t>• Dynamic pricing based on demand and time</a:t>
            </a:r>
          </a:p>
          <a:p>
            <a:r>
              <a:t>• Advanced AI search &amp; personalized recommendations</a:t>
            </a:r>
          </a:p>
          <a:p>
            <a:r>
              <a:t>• Eco-friendly delivery options with carbon emission tracker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General Competitive Edge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Data-driven decision making with customer insights</a:t>
            </a:r>
          </a:p>
          <a:p>
            <a:r>
              <a:t>• Predictive analytics for optimized supply chain &amp; worker availability</a:t>
            </a:r>
          </a:p>
          <a:p>
            <a:r>
              <a:t>• Marketing &amp; engagement with loyalty programs &amp; targeted promotions</a:t>
            </a:r>
          </a:p>
          <a:p>
            <a:r>
              <a:t>• Scalability through modular expansion and local partnerships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Vision and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app is set to redefine the Home Services and Delivery categories by providing:</a:t>
            </a:r>
          </a:p>
          <a:p>
            <a:r>
              <a:t>• A seamless user experience</a:t>
            </a:r>
          </a:p>
          <a:p>
            <a:r>
              <a:t>• Faster, reliable, and personalized services</a:t>
            </a:r>
          </a:p>
          <a:p>
            <a:r>
              <a:t>• Competitive pricing and transparency</a:t>
            </a:r>
          </a:p>
          <a:p>
            <a:r>
              <a:t>The goal is to create a market-leading platform that consistently exceeds user expectations.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